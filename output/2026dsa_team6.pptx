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459D64-F750-3B4D-BE8C-9A4E22A4EFE0}" v="3" dt="2026-04-27T22:12:32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487"/>
    <p:restoredTop sz="94694"/>
  </p:normalViewPr>
  <p:slideViewPr>
    <p:cSldViewPr snapToGrid="0">
      <p:cViewPr varScale="1">
        <p:scale>
          <a:sx n="87" d="100"/>
          <a:sy n="87" d="100"/>
        </p:scale>
        <p:origin x="12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mitha Kalli" userId="ae1ecd5f-9421-41b0-ab84-edee4e1cde35" providerId="ADAL" clId="{E1459D64-F750-3B4D-BE8C-9A4E22A4EFE0}"/>
    <pc:docChg chg="undo custSel modSld">
      <pc:chgData name="Susmitha Kalli" userId="ae1ecd5f-9421-41b0-ab84-edee4e1cde35" providerId="ADAL" clId="{E1459D64-F750-3B4D-BE8C-9A4E22A4EFE0}" dt="2026-04-27T22:21:09.628" v="279" actId="1076"/>
      <pc:docMkLst>
        <pc:docMk/>
      </pc:docMkLst>
      <pc:sldChg chg="addSp delSp modSp mod">
        <pc:chgData name="Susmitha Kalli" userId="ae1ecd5f-9421-41b0-ab84-edee4e1cde35" providerId="ADAL" clId="{E1459D64-F750-3B4D-BE8C-9A4E22A4EFE0}" dt="2026-04-27T22:21:09.628" v="279" actId="1076"/>
        <pc:sldMkLst>
          <pc:docMk/>
          <pc:sldMk cId="2610447289" sldId="256"/>
        </pc:sldMkLst>
        <pc:spChg chg="add del mod">
          <ac:chgData name="Susmitha Kalli" userId="ae1ecd5f-9421-41b0-ab84-edee4e1cde35" providerId="ADAL" clId="{E1459D64-F750-3B4D-BE8C-9A4E22A4EFE0}" dt="2026-04-27T22:12:07.857" v="122"/>
          <ac:spMkLst>
            <pc:docMk/>
            <pc:sldMk cId="2610447289" sldId="256"/>
            <ac:spMk id="2" creationId="{2DBA015A-FB52-696A-0668-A1F2DAEA4DBE}"/>
          </ac:spMkLst>
        </pc:spChg>
        <pc:spChg chg="mod">
          <ac:chgData name="Susmitha Kalli" userId="ae1ecd5f-9421-41b0-ab84-edee4e1cde35" providerId="ADAL" clId="{E1459D64-F750-3B4D-BE8C-9A4E22A4EFE0}" dt="2026-04-27T22:18:56.577" v="251" actId="1076"/>
          <ac:spMkLst>
            <pc:docMk/>
            <pc:sldMk cId="2610447289" sldId="256"/>
            <ac:spMk id="4" creationId="{31B79719-0859-25DD-6784-9C9BEF554064}"/>
          </ac:spMkLst>
        </pc:spChg>
        <pc:spChg chg="mod">
          <ac:chgData name="Susmitha Kalli" userId="ae1ecd5f-9421-41b0-ab84-edee4e1cde35" providerId="ADAL" clId="{E1459D64-F750-3B4D-BE8C-9A4E22A4EFE0}" dt="2026-04-27T22:21:09.628" v="279" actId="1076"/>
          <ac:spMkLst>
            <pc:docMk/>
            <pc:sldMk cId="2610447289" sldId="256"/>
            <ac:spMk id="9" creationId="{52F3C941-0639-3B48-EBF4-BD680387D77B}"/>
          </ac:spMkLst>
        </pc:spChg>
        <pc:spChg chg="mod">
          <ac:chgData name="Susmitha Kalli" userId="ae1ecd5f-9421-41b0-ab84-edee4e1cde35" providerId="ADAL" clId="{E1459D64-F750-3B4D-BE8C-9A4E22A4EFE0}" dt="2026-04-27T22:18:53.582" v="250" actId="1076"/>
          <ac:spMkLst>
            <pc:docMk/>
            <pc:sldMk cId="2610447289" sldId="256"/>
            <ac:spMk id="10" creationId="{C8B5BC3C-B1E0-FC52-37D1-7C19A3D4BDD4}"/>
          </ac:spMkLst>
        </pc:spChg>
        <pc:graphicFrameChg chg="mod modGraphic">
          <ac:chgData name="Susmitha Kalli" userId="ae1ecd5f-9421-41b0-ab84-edee4e1cde35" providerId="ADAL" clId="{E1459D64-F750-3B4D-BE8C-9A4E22A4EFE0}" dt="2026-04-27T22:21:09.628" v="279" actId="1076"/>
          <ac:graphicFrameMkLst>
            <pc:docMk/>
            <pc:sldMk cId="2610447289" sldId="256"/>
            <ac:graphicFrameMk id="6" creationId="{CEE73D54-F153-79B3-B5A0-66E5948D1A2E}"/>
          </ac:graphicFrameMkLst>
        </pc:graphicFrameChg>
        <pc:graphicFrameChg chg="mod modGraphic">
          <ac:chgData name="Susmitha Kalli" userId="ae1ecd5f-9421-41b0-ab84-edee4e1cde35" providerId="ADAL" clId="{E1459D64-F750-3B4D-BE8C-9A4E22A4EFE0}" dt="2026-04-27T22:18:53.582" v="250" actId="1076"/>
          <ac:graphicFrameMkLst>
            <pc:docMk/>
            <pc:sldMk cId="2610447289" sldId="256"/>
            <ac:graphicFrameMk id="8" creationId="{3B7C0BA6-6354-D5DC-430B-E336741F882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7014519" y="271848"/>
            <a:ext cx="51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422760" y="456514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Team 6</a:t>
            </a:r>
          </a:p>
          <a:p>
            <a:pPr algn="ctr"/>
            <a:r>
              <a:rPr lang="en-US" sz="3200" dirty="0"/>
              <a:t>Elizabeth Abati</a:t>
            </a:r>
          </a:p>
          <a:p>
            <a:pPr algn="ctr"/>
            <a:r>
              <a:rPr lang="en-US" sz="3200" dirty="0"/>
              <a:t>Susmitha Kalli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467455"/>
              </p:ext>
            </p:extLst>
          </p:nvPr>
        </p:nvGraphicFramePr>
        <p:xfrm>
          <a:off x="252919" y="3659832"/>
          <a:ext cx="5065542" cy="2473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140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969730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321336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  <a:gridCol w="1321336">
                  <a:extLst>
                    <a:ext uri="{9D8B030D-6E8A-4147-A177-3AD203B41FA5}">
                      <a16:colId xmlns:a16="http://schemas.microsoft.com/office/drawing/2014/main" val="3100884397"/>
                    </a:ext>
                  </a:extLst>
                </a:gridCol>
              </a:tblGrid>
              <a:tr h="824486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MAE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824486">
                <a:tc>
                  <a:txBody>
                    <a:bodyPr/>
                    <a:lstStyle/>
                    <a:p>
                      <a:r>
                        <a:rPr lang="en-US" sz="2400" dirty="0" err="1"/>
                        <a:t>XGBoost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1.428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824486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Cubist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0.638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1.865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1.415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561189"/>
              </p:ext>
            </p:extLst>
          </p:nvPr>
        </p:nvGraphicFramePr>
        <p:xfrm>
          <a:off x="5600241" y="1328532"/>
          <a:ext cx="6118606" cy="510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174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3617432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Parameter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Data engineering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Season length, subtraction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Number of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Data split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70/30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Random or stratified?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Stratified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If stratified, by which variable?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Yield (mg/ha)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Pre-processing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 raw dates, novel level handling, collapse rare crop categories, dummy encode nominal predictors, remove zero-variance predictors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425246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Name of hyperparameters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Committees(1-20) and neighbors (0-9)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425246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Best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Committees = 20; neighbors =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206063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Grid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V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Metric used to select 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Type of best (overall, within 1 </a:t>
                      </a:r>
                      <a:r>
                        <a:rPr lang="en-US" sz="1200" b="0" i="1" dirty="0" err="1"/>
                        <a:t>sd</a:t>
                      </a:r>
                      <a:r>
                        <a:rPr lang="en-US" sz="1200" b="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252919" y="3198167"/>
            <a:ext cx="5065543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600241" y="841234"/>
            <a:ext cx="611860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(Cubist)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144</Words>
  <Application>Microsoft Office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Oluwatoyin Abati</cp:lastModifiedBy>
  <cp:revision>11</cp:revision>
  <dcterms:created xsi:type="dcterms:W3CDTF">2026-03-31T02:58:08Z</dcterms:created>
  <dcterms:modified xsi:type="dcterms:W3CDTF">2026-04-28T22:08:06Z</dcterms:modified>
</cp:coreProperties>
</file>