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82"/>
  </p:normalViewPr>
  <p:slideViewPr>
    <p:cSldViewPr snapToGrid="0">
      <p:cViewPr varScale="1">
        <p:scale>
          <a:sx n="58" d="100"/>
          <a:sy n="58" d="100"/>
        </p:scale>
        <p:origin x="828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9F192-0F6B-F28B-0E2D-5A7B80EE7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E788B-C494-19CB-BD70-1DBA24EAEB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3AC00-4CA1-B02F-3C8D-3485DAEC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DCAEC-B9F8-235C-3047-6301807FE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47D2A-C058-C535-FA6C-C57C21E9B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13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FAA53-D6E4-0ED3-EF21-5018CBFFD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857CC-3F9F-1DDD-6868-0D3CD1BD9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67C88-F1C2-DF0E-AC7B-841333DAA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2DDC2-B6DF-F45A-E20B-2E66B5544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7B453-98A8-9BEC-96DF-509924443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218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8EB38-9ED0-A121-9EA6-A217D51B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0D2D2F-D894-D290-0F0B-8EF3993C7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07615-4A6E-DF56-FFCE-04B92E6D0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3C822-D004-7C33-A4A7-17252B233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5A7C7-9516-08ED-6D65-F86FAF35B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86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C7430-BC22-B8D6-92F7-32CC545A7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B9973-F437-645F-CF09-AF18861DE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B03769-5CA4-F794-FC11-7DAF5A3E34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BC1E15-5D8F-9A5A-AD24-BA4B829C9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A74BF-167E-912C-F38F-362427BBD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7649A1-B2A4-CAFF-EF16-D2BEFA6B1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45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C129E-9B12-2377-C484-FA302F5DE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2ED21D-ECE7-486A-9D4A-92AE76FE6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FC6E3-FA86-3983-3C81-AF10E5D3A6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646BDB-8D9B-B3C5-897B-3EA50FDF8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B057BF-A6B4-3DAB-E994-309043BC8C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8D4455-279F-E7E3-2830-BB535D9B3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3528F1-2482-A243-2A1F-7794E3B55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7E5CE7-A474-57B4-2441-F6C4E1E6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757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869-99D6-775D-3A2B-98C1FDFB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1EB5CA-53A4-430B-A5C1-35E89A12C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49BD09-830E-ADB3-78DE-BC797DF45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75F0D-A1F0-16FF-8F5A-D4BD5CA80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43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0F66EE-4476-8B95-A78A-E2A8523B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64B373-EA7B-7C79-AF1B-BAE8CE58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4D0C3-36F7-4E8D-1BD5-CE83DF0BD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688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82DD5-D65E-127A-2E91-F650DFBE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B17D0-04EA-AEB0-4E49-BE2C75DC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9ECFB8-6DEF-CA72-E38B-6626B920F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DE3B2-3291-1E28-104F-FEB3FB33F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2D694-B58A-637A-F6FF-91E2FABA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5035C-3FE3-2E86-F623-16E4DE71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63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ED505-87A9-BE02-2FD0-773341546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FE939C-249A-1B8B-F4A3-3F2F067475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10CC4-6DA1-1D4D-6DB8-1DE185E50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88EFD-FEF4-E716-4904-E0A3FB75C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9551B8-BB08-6CFE-0317-A4794BAB4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4986A-A3DD-E288-701C-46786789C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810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DE6AA-227C-F615-A097-358E8DFF9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59766E-C0BE-147B-4A24-B708CCCFAF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7F06A-5E0B-8199-8CD0-A6B868BF1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5B4C6-57F9-AE60-0D24-B8AA179F5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A0969-4876-C298-3B98-B7072C31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28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F8A5A2-3896-60AD-16E7-9F3431A60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E52DD-3BE4-3C3A-03FB-441452E2E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D428A-83A6-A9EB-7258-DBAC59766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819ED-EC71-A486-C3F6-2028DE515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4E631-898C-FCDA-D734-C136E541E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470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E1CAD0-E9E6-0D7F-037F-E6B9D7BF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90C543-522E-4132-EAA6-1C0DA7AE6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09330-E546-DC94-0A64-31F026044B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CB633-AFD2-60B9-F9F7-7CDA6F015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467D-ABAF-7203-D6B1-5C70D5E1CE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234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B79719-0859-25DD-6784-9C9BEF554064}"/>
              </a:ext>
            </a:extLst>
          </p:cNvPr>
          <p:cNvSpPr txBox="1"/>
          <p:nvPr/>
        </p:nvSpPr>
        <p:spPr>
          <a:xfrm>
            <a:off x="7014519" y="271848"/>
            <a:ext cx="5177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2026 Data Science Applied to Ag - Hackathon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736061-A4AA-B48C-18BA-DA6B6FB44BF9}"/>
              </a:ext>
            </a:extLst>
          </p:cNvPr>
          <p:cNvSpPr txBox="1"/>
          <p:nvPr/>
        </p:nvSpPr>
        <p:spPr>
          <a:xfrm>
            <a:off x="422760" y="456514"/>
            <a:ext cx="5177481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u="sng" dirty="0"/>
              <a:t>Team x</a:t>
            </a:r>
          </a:p>
          <a:p>
            <a:pPr algn="ctr"/>
            <a:r>
              <a:rPr lang="en-US" sz="3200" dirty="0"/>
              <a:t>Elizabeth Abati</a:t>
            </a:r>
          </a:p>
          <a:p>
            <a:pPr algn="ctr"/>
            <a:r>
              <a:rPr lang="en-US" sz="3200" dirty="0"/>
              <a:t>Susmitha Kalli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EE73D54-F153-79B3-B5A0-66E5948D1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5445342"/>
              </p:ext>
            </p:extLst>
          </p:nvPr>
        </p:nvGraphicFramePr>
        <p:xfrm>
          <a:off x="301326" y="3603812"/>
          <a:ext cx="473341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55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1225931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  <a:gridCol w="1670431">
                  <a:extLst>
                    <a:ext uri="{9D8B030D-6E8A-4147-A177-3AD203B41FA5}">
                      <a16:colId xmlns:a16="http://schemas.microsoft.com/office/drawing/2014/main" val="6118071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Model type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RMSE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/>
                        <a:t>XGBoost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2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/>
                        <a:t>Othermodel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B7C0BA6-6354-D5DC-430B-E336741F8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202679"/>
              </p:ext>
            </p:extLst>
          </p:nvPr>
        </p:nvGraphicFramePr>
        <p:xfrm>
          <a:off x="5514417" y="1466415"/>
          <a:ext cx="6118606" cy="50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4412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2314194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</a:tblGrid>
              <a:tr h="370982">
                <a:tc>
                  <a:txBody>
                    <a:bodyPr/>
                    <a:lstStyle/>
                    <a:p>
                      <a:r>
                        <a:rPr lang="en-US" sz="1200" dirty="0"/>
                        <a:t>Parameter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Value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Data engineering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176500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Number of predictors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941228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Data split proportion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70/30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Random or stratified?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Stratified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If stratified, by which variable?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yield_mg_ma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050453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Pre-processing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Normalized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45875"/>
                  </a:ext>
                </a:extLst>
              </a:tr>
              <a:tr h="941723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Name of hyperparameters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mtry</a:t>
                      </a:r>
                      <a:r>
                        <a:rPr lang="en-US" sz="1200" dirty="0"/>
                        <a:t>, trees, </a:t>
                      </a:r>
                      <a:r>
                        <a:rPr lang="en-US" sz="1200" dirty="0" err="1"/>
                        <a:t>tree_depth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learn_rate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loss_reduction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sample_size</a:t>
                      </a:r>
                      <a:r>
                        <a:rPr lang="en-US" sz="1200" dirty="0"/>
                        <a:t>,  error rate, width of RBF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698760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Grid search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06007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V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306594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Metric used to select best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66313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Type of best (overall, within 1 </a:t>
                      </a:r>
                      <a:r>
                        <a:rPr lang="en-US" sz="1200" b="0" i="1" dirty="0" err="1"/>
                        <a:t>sd</a:t>
                      </a:r>
                      <a:r>
                        <a:rPr lang="en-US" sz="1200" b="0" i="1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50377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2F3C941-0639-3B48-EBF4-BD680387D77B}"/>
              </a:ext>
            </a:extLst>
          </p:cNvPr>
          <p:cNvSpPr txBox="1"/>
          <p:nvPr/>
        </p:nvSpPr>
        <p:spPr>
          <a:xfrm>
            <a:off x="332905" y="2958759"/>
            <a:ext cx="4732638" cy="46166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Model fit metrics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B5BC3C-B1E0-FC52-37D1-7C19A3D4BDD4}"/>
              </a:ext>
            </a:extLst>
          </p:cNvPr>
          <p:cNvSpPr txBox="1"/>
          <p:nvPr/>
        </p:nvSpPr>
        <p:spPr>
          <a:xfrm>
            <a:off x="5514417" y="815601"/>
            <a:ext cx="6118606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Best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2610447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121</Words>
  <Application>Microsoft Office PowerPoint</Application>
  <PresentationFormat>Widescreen</PresentationFormat>
  <Paragraphs>39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 Bastos</dc:creator>
  <cp:lastModifiedBy>Oluwatoyin Abati</cp:lastModifiedBy>
  <cp:revision>5</cp:revision>
  <dcterms:created xsi:type="dcterms:W3CDTF">2026-03-31T02:58:08Z</dcterms:created>
  <dcterms:modified xsi:type="dcterms:W3CDTF">2026-04-19T20:07:08Z</dcterms:modified>
</cp:coreProperties>
</file>