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82"/>
  </p:normalViewPr>
  <p:slideViewPr>
    <p:cSldViewPr snapToGrid="0">
      <p:cViewPr varScale="1">
        <p:scale>
          <a:sx n="60" d="100"/>
          <a:sy n="60" d="100"/>
        </p:scale>
        <p:origin x="2298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7014519" y="271848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422760" y="456514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Team x</a:t>
            </a:r>
          </a:p>
          <a:p>
            <a:pPr algn="ctr"/>
            <a:r>
              <a:rPr lang="en-US" sz="3200" dirty="0"/>
              <a:t>Elizabeth Abati</a:t>
            </a:r>
          </a:p>
          <a:p>
            <a:pPr algn="ctr"/>
            <a:r>
              <a:rPr lang="en-US" sz="3200" dirty="0"/>
              <a:t>Susmitha Kalli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445342"/>
              </p:ext>
            </p:extLst>
          </p:nvPr>
        </p:nvGraphicFramePr>
        <p:xfrm>
          <a:off x="301326" y="3603812"/>
          <a:ext cx="473341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055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1225931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670431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/>
                        <a:t>Othermodel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9337371"/>
              </p:ext>
            </p:extLst>
          </p:nvPr>
        </p:nvGraphicFramePr>
        <p:xfrm>
          <a:off x="5514417" y="1466415"/>
          <a:ext cx="6118606" cy="50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4412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2314194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370982">
                <a:tc>
                  <a:txBody>
                    <a:bodyPr/>
                    <a:lstStyle/>
                    <a:p>
                      <a:r>
                        <a:rPr lang="en-US" sz="12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Data engineering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70/30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Stratified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yield_mg_ma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Normalized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941723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mtry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ntrees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tree_depth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learn_rate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loss_reduction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/>
                        <a:t>sample_size</a:t>
                      </a:r>
                      <a:r>
                        <a:rPr lang="en-US" sz="1200" dirty="0"/>
                        <a:t>,  error rate, width of RBF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Grid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Type of best (overall, within 1 </a:t>
                      </a:r>
                      <a:r>
                        <a:rPr lang="en-US" sz="1200" b="0" i="1" dirty="0" err="1"/>
                        <a:t>sd</a:t>
                      </a:r>
                      <a:r>
                        <a:rPr lang="en-US" sz="12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332905" y="2958759"/>
            <a:ext cx="4732638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514417" y="815601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121</Words>
  <Application>Microsoft Office PowerPoint</Application>
  <PresentationFormat>Widescreen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Oluwatoyin Abati</cp:lastModifiedBy>
  <cp:revision>7</cp:revision>
  <dcterms:created xsi:type="dcterms:W3CDTF">2026-03-31T02:58:08Z</dcterms:created>
  <dcterms:modified xsi:type="dcterms:W3CDTF">2026-04-19T20:54:26Z</dcterms:modified>
</cp:coreProperties>
</file>