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82"/>
  </p:normalViewPr>
  <p:slideViewPr>
    <p:cSldViewPr snapToGrid="0">
      <p:cViewPr>
        <p:scale>
          <a:sx n="106" d="100"/>
          <a:sy n="106" d="100"/>
        </p:scale>
        <p:origin x="52" y="2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7014519" y="271848"/>
            <a:ext cx="517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422760" y="456514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 dirty="0"/>
              <a:t>Team x</a:t>
            </a:r>
          </a:p>
          <a:p>
            <a:pPr algn="ctr"/>
            <a:r>
              <a:rPr lang="en-US" sz="3200" dirty="0"/>
              <a:t>Elizabeth Abati</a:t>
            </a:r>
          </a:p>
          <a:p>
            <a:pPr algn="ctr"/>
            <a:r>
              <a:rPr lang="en-US" sz="3200" dirty="0"/>
              <a:t>Susmitha Kalli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445342"/>
              </p:ext>
            </p:extLst>
          </p:nvPr>
        </p:nvGraphicFramePr>
        <p:xfrm>
          <a:off x="301326" y="3603812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XGBoost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Othermodel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717819"/>
              </p:ext>
            </p:extLst>
          </p:nvPr>
        </p:nvGraphicFramePr>
        <p:xfrm>
          <a:off x="5514417" y="1302899"/>
          <a:ext cx="6118606" cy="53778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4412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314194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subtraction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yield_mg_ma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Remove dates, novel level handling, dummy encoding, zero-variance removal, and normalization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941723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mtry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ntrees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tree_depth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learn_rate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loss_reduction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sample_size</a:t>
                      </a:r>
                      <a:r>
                        <a:rPr lang="en-US" sz="1200" dirty="0"/>
                        <a:t>,  error rate, width of RBF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Grid search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70982">
                <a:tc>
                  <a:txBody>
                    <a:bodyPr/>
                    <a:lstStyle/>
                    <a:p>
                      <a:r>
                        <a:rPr lang="en-US" sz="1200" b="0" i="1" dirty="0"/>
                        <a:t>Type of best (overall, within 1 </a:t>
                      </a:r>
                      <a:r>
                        <a:rPr lang="en-US" sz="1200" b="0" i="1" dirty="0" err="1"/>
                        <a:t>sd</a:t>
                      </a:r>
                      <a:r>
                        <a:rPr lang="en-US" sz="12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332905" y="2958759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514417" y="815601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135</Words>
  <Application>Microsoft Office PowerPoint</Application>
  <PresentationFormat>Widescreen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Oluwatoyin Abati</cp:lastModifiedBy>
  <cp:revision>8</cp:revision>
  <dcterms:created xsi:type="dcterms:W3CDTF">2026-03-31T02:58:08Z</dcterms:created>
  <dcterms:modified xsi:type="dcterms:W3CDTF">2026-04-20T05:14:50Z</dcterms:modified>
</cp:coreProperties>
</file>