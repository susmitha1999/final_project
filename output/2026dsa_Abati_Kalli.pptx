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459D64-F750-3B4D-BE8C-9A4E22A4EFE0}" v="3" dt="2026-04-27T22:12:3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87"/>
    <p:restoredTop sz="94694"/>
  </p:normalViewPr>
  <p:slideViewPr>
    <p:cSldViewPr snapToGrid="0">
      <p:cViewPr varScale="1">
        <p:scale>
          <a:sx n="66" d="100"/>
          <a:sy n="66" d="100"/>
        </p:scale>
        <p:origin x="192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mitha Kalli" userId="ae1ecd5f-9421-41b0-ab84-edee4e1cde35" providerId="ADAL" clId="{E1459D64-F750-3B4D-BE8C-9A4E22A4EFE0}"/>
    <pc:docChg chg="undo custSel modSld">
      <pc:chgData name="Susmitha Kalli" userId="ae1ecd5f-9421-41b0-ab84-edee4e1cde35" providerId="ADAL" clId="{E1459D64-F750-3B4D-BE8C-9A4E22A4EFE0}" dt="2026-04-27T22:21:09.628" v="279" actId="1076"/>
      <pc:docMkLst>
        <pc:docMk/>
      </pc:docMkLst>
      <pc:sldChg chg="addSp delSp modSp mod">
        <pc:chgData name="Susmitha Kalli" userId="ae1ecd5f-9421-41b0-ab84-edee4e1cde35" providerId="ADAL" clId="{E1459D64-F750-3B4D-BE8C-9A4E22A4EFE0}" dt="2026-04-27T22:21:09.628" v="279" actId="1076"/>
        <pc:sldMkLst>
          <pc:docMk/>
          <pc:sldMk cId="2610447289" sldId="256"/>
        </pc:sldMkLst>
        <pc:spChg chg="add del mod">
          <ac:chgData name="Susmitha Kalli" userId="ae1ecd5f-9421-41b0-ab84-edee4e1cde35" providerId="ADAL" clId="{E1459D64-F750-3B4D-BE8C-9A4E22A4EFE0}" dt="2026-04-27T22:12:07.857" v="122"/>
          <ac:spMkLst>
            <pc:docMk/>
            <pc:sldMk cId="2610447289" sldId="256"/>
            <ac:spMk id="2" creationId="{2DBA015A-FB52-696A-0668-A1F2DAEA4DBE}"/>
          </ac:spMkLst>
        </pc:spChg>
        <pc:spChg chg="mod">
          <ac:chgData name="Susmitha Kalli" userId="ae1ecd5f-9421-41b0-ab84-edee4e1cde35" providerId="ADAL" clId="{E1459D64-F750-3B4D-BE8C-9A4E22A4EFE0}" dt="2026-04-27T22:18:56.577" v="251" actId="1076"/>
          <ac:spMkLst>
            <pc:docMk/>
            <pc:sldMk cId="2610447289" sldId="256"/>
            <ac:spMk id="4" creationId="{31B79719-0859-25DD-6784-9C9BEF554064}"/>
          </ac:spMkLst>
        </pc:spChg>
        <pc:spChg chg="mod">
          <ac:chgData name="Susmitha Kalli" userId="ae1ecd5f-9421-41b0-ab84-edee4e1cde35" providerId="ADAL" clId="{E1459D64-F750-3B4D-BE8C-9A4E22A4EFE0}" dt="2026-04-27T22:21:09.628" v="279" actId="1076"/>
          <ac:spMkLst>
            <pc:docMk/>
            <pc:sldMk cId="2610447289" sldId="256"/>
            <ac:spMk id="9" creationId="{52F3C941-0639-3B48-EBF4-BD680387D77B}"/>
          </ac:spMkLst>
        </pc:spChg>
        <pc:spChg chg="mod">
          <ac:chgData name="Susmitha Kalli" userId="ae1ecd5f-9421-41b0-ab84-edee4e1cde35" providerId="ADAL" clId="{E1459D64-F750-3B4D-BE8C-9A4E22A4EFE0}" dt="2026-04-27T22:18:53.582" v="250" actId="1076"/>
          <ac:spMkLst>
            <pc:docMk/>
            <pc:sldMk cId="2610447289" sldId="256"/>
            <ac:spMk id="10" creationId="{C8B5BC3C-B1E0-FC52-37D1-7C19A3D4BDD4}"/>
          </ac:spMkLst>
        </pc:spChg>
        <pc:graphicFrameChg chg="mod modGraphic">
          <ac:chgData name="Susmitha Kalli" userId="ae1ecd5f-9421-41b0-ab84-edee4e1cde35" providerId="ADAL" clId="{E1459D64-F750-3B4D-BE8C-9A4E22A4EFE0}" dt="2026-04-27T22:21:09.628" v="279" actId="1076"/>
          <ac:graphicFrameMkLst>
            <pc:docMk/>
            <pc:sldMk cId="2610447289" sldId="256"/>
            <ac:graphicFrameMk id="6" creationId="{CEE73D54-F153-79B3-B5A0-66E5948D1A2E}"/>
          </ac:graphicFrameMkLst>
        </pc:graphicFrameChg>
        <pc:graphicFrameChg chg="mod modGraphic">
          <ac:chgData name="Susmitha Kalli" userId="ae1ecd5f-9421-41b0-ab84-edee4e1cde35" providerId="ADAL" clId="{E1459D64-F750-3B4D-BE8C-9A4E22A4EFE0}" dt="2026-04-27T22:18:53.582" v="250" actId="1076"/>
          <ac:graphicFrameMkLst>
            <pc:docMk/>
            <pc:sldMk cId="2610447289" sldId="256"/>
            <ac:graphicFrameMk id="8" creationId="{3B7C0BA6-6354-D5DC-430B-E336741F882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9F192-0F6B-F28B-0E2D-5A7B80EE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E788B-C494-19CB-BD70-1DBA24EA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3AC00-4CA1-B02F-3C8D-3485DAEC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DCAEC-B9F8-235C-3047-6301807F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47D2A-C058-C535-FA6C-C57C21E9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FAA53-D6E4-0ED3-EF21-5018CBFFD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857CC-3F9F-1DDD-6868-0D3CD1BD9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67C88-F1C2-DF0E-AC7B-841333DAA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DDC2-B6DF-F45A-E20B-2E66B5544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7B453-98A8-9BEC-96DF-509924443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1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8EB38-9ED0-A121-9EA6-A217D51B2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D2D2F-D894-D290-0F0B-8EF3993C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07615-4A6E-DF56-FFCE-04B92E6D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3C822-D004-7C33-A4A7-17252B233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5A7C7-9516-08ED-6D65-F86FAF35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286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C7430-BC22-B8D6-92F7-32CC545A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9973-F437-645F-CF09-AF18861DE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03769-5CA4-F794-FC11-7DAF5A3E3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C1E15-5D8F-9A5A-AD24-BA4B829C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A74BF-167E-912C-F38F-362427BBD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649A1-B2A4-CAFF-EF16-D2BEFA6B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045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129E-9B12-2377-C484-FA302F5DE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ED21D-ECE7-486A-9D4A-92AE76FE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DFC6E3-FA86-3983-3C81-AF10E5D3A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646BDB-8D9B-B3C5-897B-3EA50FD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057BF-A6B4-3DAB-E994-309043BC8C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8D4455-279F-E7E3-2830-BB535D9B3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528F1-2482-A243-2A1F-7794E3B5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7E5CE7-A474-57B4-2441-F6C4E1E6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7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E869-99D6-775D-3A2B-98C1FDFB2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EB5CA-53A4-430B-A5C1-35E89A12C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9BD09-830E-ADB3-78DE-BC797DF45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175F0D-A1F0-16FF-8F5A-D4BD5CA8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43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F66EE-4476-8B95-A78A-E2A8523B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4B373-EA7B-7C79-AF1B-BAE8CE5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D0C3-36F7-4E8D-1BD5-CE83DF0BD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88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82DD5-D65E-127A-2E91-F650DFBE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B17D0-04EA-AEB0-4E49-BE2C75DC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CFB8-6DEF-CA72-E38B-6626B920F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DE3B2-3291-1E28-104F-FEB3FB33F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2D694-B58A-637A-F6FF-91E2FAB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5035C-3FE3-2E86-F623-16E4DE71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563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D505-87A9-BE02-2FD0-773341546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FE939C-249A-1B8B-F4A3-3F2F067475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10CC4-6DA1-1D4D-6DB8-1DE185E505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88EFD-FEF4-E716-4904-E0A3FB75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551B8-BB08-6CFE-0317-A4794BAB4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4986A-A3DD-E288-701C-46786789C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8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E6AA-227C-F615-A097-358E8DFF9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59766E-C0BE-147B-4A24-B708CCCFAF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7F06A-5E0B-8199-8CD0-A6B868BF1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B4C6-57F9-AE60-0D24-B8AA179F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0969-4876-C298-3B98-B7072C31A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828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F8A5A2-3896-60AD-16E7-9F3431A60B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E52DD-3BE4-3C3A-03FB-441452E2E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D428A-83A6-A9EB-7258-DBAC597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819ED-EC71-A486-C3F6-2028DE515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4E631-898C-FCDA-D734-C136E541E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70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E1CAD0-E9E6-0D7F-037F-E6B9D7BF0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0C543-522E-4132-EAA6-1C0DA7AE6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109330-E546-DC94-0A64-31F026044B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4E60CA-E60B-3C4A-A6C2-C45FCFAB7068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B633-AFD2-60B9-F9F7-7CDA6F015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0467D-ABAF-7203-D6B1-5C70D5E1C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242FA-EEC8-5E43-B979-0ACCC6E8FA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3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79719-0859-25DD-6784-9C9BEF554064}"/>
              </a:ext>
            </a:extLst>
          </p:cNvPr>
          <p:cNvSpPr txBox="1"/>
          <p:nvPr/>
        </p:nvSpPr>
        <p:spPr>
          <a:xfrm>
            <a:off x="7014519" y="271848"/>
            <a:ext cx="5177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2026 Data Science Applied to Ag - Hackathon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36061-A4AA-B48C-18BA-DA6B6FB44BF9}"/>
              </a:ext>
            </a:extLst>
          </p:cNvPr>
          <p:cNvSpPr txBox="1"/>
          <p:nvPr/>
        </p:nvSpPr>
        <p:spPr>
          <a:xfrm>
            <a:off x="422760" y="456514"/>
            <a:ext cx="517748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/>
              <a:t>Team x</a:t>
            </a:r>
          </a:p>
          <a:p>
            <a:pPr algn="ctr"/>
            <a:r>
              <a:rPr lang="en-US" sz="3200" dirty="0"/>
              <a:t>Elizabeth Abati</a:t>
            </a:r>
          </a:p>
          <a:p>
            <a:pPr algn="ctr"/>
            <a:r>
              <a:rPr lang="en-US" sz="3200" dirty="0"/>
              <a:t>Susmitha Kalli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E73D54-F153-79B3-B5A0-66E5948D1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467455"/>
              </p:ext>
            </p:extLst>
          </p:nvPr>
        </p:nvGraphicFramePr>
        <p:xfrm>
          <a:off x="252919" y="3659832"/>
          <a:ext cx="5065542" cy="2473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3140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969730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  <a:gridCol w="1321336">
                  <a:extLst>
                    <a:ext uri="{9D8B030D-6E8A-4147-A177-3AD203B41FA5}">
                      <a16:colId xmlns:a16="http://schemas.microsoft.com/office/drawing/2014/main" val="611807189"/>
                    </a:ext>
                  </a:extLst>
                </a:gridCol>
                <a:gridCol w="1321336">
                  <a:extLst>
                    <a:ext uri="{9D8B030D-6E8A-4147-A177-3AD203B41FA5}">
                      <a16:colId xmlns:a16="http://schemas.microsoft.com/office/drawing/2014/main" val="3100884397"/>
                    </a:ext>
                  </a:extLst>
                </a:gridCol>
              </a:tblGrid>
              <a:tr h="824486">
                <a:tc>
                  <a:txBody>
                    <a:bodyPr/>
                    <a:lstStyle/>
                    <a:p>
                      <a:r>
                        <a:rPr lang="en-US" sz="2400" dirty="0"/>
                        <a:t>Model type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R2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RMSE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Test MAE</a:t>
                      </a: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824486">
                <a:tc>
                  <a:txBody>
                    <a:bodyPr/>
                    <a:lstStyle/>
                    <a:p>
                      <a:r>
                        <a:rPr lang="en-US" sz="2400" dirty="0" err="1"/>
                        <a:t>XGBoost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1.882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1.428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824486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Cubist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0.638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1.865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1.415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B7C0BA6-6354-D5DC-430B-E336741F8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2192976"/>
              </p:ext>
            </p:extLst>
          </p:nvPr>
        </p:nvGraphicFramePr>
        <p:xfrm>
          <a:off x="5600241" y="1328532"/>
          <a:ext cx="6118606" cy="5189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174">
                  <a:extLst>
                    <a:ext uri="{9D8B030D-6E8A-4147-A177-3AD203B41FA5}">
                      <a16:colId xmlns:a16="http://schemas.microsoft.com/office/drawing/2014/main" val="3216603500"/>
                    </a:ext>
                  </a:extLst>
                </a:gridCol>
                <a:gridCol w="3617432">
                  <a:extLst>
                    <a:ext uri="{9D8B030D-6E8A-4147-A177-3AD203B41FA5}">
                      <a16:colId xmlns:a16="http://schemas.microsoft.com/office/drawing/2014/main" val="1378441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Parameter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Value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251548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GDD, heat stress days, day of year, season length, open-source weather and elevation data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176500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Number of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1941228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Data split proportion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70/30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2882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Random or stratified?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Stratified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690232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If stratified, by which variable?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Yield (mg/ha)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05045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Pre-processing 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raw dates, novel level handling, collapse rare crop categories, dummy encode nominal predictors, remove zero-variance predictors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45875"/>
                  </a:ext>
                </a:extLst>
              </a:tr>
              <a:tr h="425246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Name of hyperparameters 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Committees(1-20) and neighbors (0-9)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698760"/>
                  </a:ext>
                </a:extLst>
              </a:tr>
              <a:tr h="425246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Best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Committees = 20; neighbors =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20606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Search 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Grid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6007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V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06594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Metric used to select best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66313"/>
                  </a:ext>
                </a:extLst>
              </a:tr>
              <a:tr h="370982">
                <a:tc>
                  <a:txBody>
                    <a:bodyPr/>
                    <a:lstStyle/>
                    <a:p>
                      <a:r>
                        <a:rPr lang="en-US" sz="1200" b="0" i="1" dirty="0"/>
                        <a:t>Type of best (overall, within 1 </a:t>
                      </a:r>
                      <a:r>
                        <a:rPr lang="en-US" sz="1200" b="0" i="1" dirty="0" err="1"/>
                        <a:t>sd</a:t>
                      </a:r>
                      <a:r>
                        <a:rPr lang="en-US" sz="1200" b="0" i="1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Overall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50377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2F3C941-0639-3B48-EBF4-BD680387D77B}"/>
              </a:ext>
            </a:extLst>
          </p:cNvPr>
          <p:cNvSpPr txBox="1"/>
          <p:nvPr/>
        </p:nvSpPr>
        <p:spPr>
          <a:xfrm>
            <a:off x="252919" y="3198167"/>
            <a:ext cx="5065543" cy="4616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Model fit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B5BC3C-B1E0-FC52-37D1-7C19A3D4BDD4}"/>
              </a:ext>
            </a:extLst>
          </p:cNvPr>
          <p:cNvSpPr txBox="1"/>
          <p:nvPr/>
        </p:nvSpPr>
        <p:spPr>
          <a:xfrm>
            <a:off x="5600241" y="841234"/>
            <a:ext cx="6118606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Best (Cubist) model parameters</a:t>
            </a:r>
          </a:p>
        </p:txBody>
      </p:sp>
    </p:spTree>
    <p:extLst>
      <p:ext uri="{BB962C8B-B14F-4D97-AF65-F5344CB8AC3E}">
        <p14:creationId xmlns:p14="http://schemas.microsoft.com/office/powerpoint/2010/main" val="2610447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157</Words>
  <Application>Microsoft Macintosh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Bastos</dc:creator>
  <cp:lastModifiedBy>Susmitha Kalli</cp:lastModifiedBy>
  <cp:revision>8</cp:revision>
  <dcterms:created xsi:type="dcterms:W3CDTF">2026-03-31T02:58:08Z</dcterms:created>
  <dcterms:modified xsi:type="dcterms:W3CDTF">2026-04-27T22:21:19Z</dcterms:modified>
</cp:coreProperties>
</file>